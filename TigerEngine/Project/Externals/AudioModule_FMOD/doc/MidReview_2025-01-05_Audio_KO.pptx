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46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5A8E95-AB8A-4408-941C-38DCD3605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C1813F-2C99-4761-9109-059B15114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4D39DD-D784-4209-9240-104CDC4C2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D75D-4A6A-42A9-B099-EE2ADC96F41E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6F7743-95B9-466A-A5F7-918FC3547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81FA13-EF7B-443A-B6F9-1347B26F3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9782-AD79-4122-802B-AF8DFC5CBD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902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AFA05-74F1-480E-8DE3-148FF1AFF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F62B0C-70D9-4066-9B06-6A0424E6B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1E36BA-A8B7-44BF-8F4D-5E760043F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D75D-4A6A-42A9-B099-EE2ADC96F41E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2F9082-B078-4ABB-892E-3A2063EF5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1B670B-BDFD-4460-AF6F-EAE081439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9782-AD79-4122-802B-AF8DFC5CBD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918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A6928E-4D83-45FE-8FD4-7F75D61E9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7FAB73-768A-4586-943B-675ED0715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FC8F5B-07D6-4627-92EF-EFB8EEB03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D75D-4A6A-42A9-B099-EE2ADC96F41E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4088F8-ED01-4ACD-9A49-F9FAA4B58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A655BE-3EA2-42C3-8384-E25AFDFF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9782-AD79-4122-802B-AF8DFC5CBD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464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C55D6F-4324-4D1E-AF86-C1EC5C40B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15FF05-FBD4-40E1-AF8B-13CD45E1FC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A28A82-B245-491D-874B-9BF0E97AA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624B22-287E-436C-958A-5882C7E4A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D75D-4A6A-42A9-B099-EE2ADC96F41E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096498-BF10-4C21-8C16-860AF1FEE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0186FD-0437-4288-AEDD-ACC986C6A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9782-AD79-4122-802B-AF8DFC5CBD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716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4755BA-BE1D-4FFF-BF17-AA0E3D9B1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91B190-7904-4D8B-91AA-B4C67CE59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FCDEA4-900C-4AF9-BC56-C0FEC17BF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B7A875-8841-457C-BE26-3452D1F0CF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9763398-BCC2-4559-BCE8-2C0E024C32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0E52E12-EC7E-43CA-98C1-1F1210B3B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D75D-4A6A-42A9-B099-EE2ADC96F41E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4D4E45F-7F71-4219-8D60-829A2C35C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1092BA3-C1E7-4260-A16C-1DA28C257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9782-AD79-4122-802B-AF8DFC5CBD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046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C61848-FA0B-4BAA-83C1-6CE55CE46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D71B6A1-CB2D-4657-8617-572E574D5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D75D-4A6A-42A9-B099-EE2ADC96F41E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864F56E-2725-4393-A196-C26EE840D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EACEBB-756B-460F-B1FE-C0DECA499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9782-AD79-4122-802B-AF8DFC5CBD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292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853ACEF-32D2-4B9A-8725-0E23BFBF1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D75D-4A6A-42A9-B099-EE2ADC96F41E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0689076-BCF4-45DF-BEB3-B12F6D7D0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8979DF-8F2C-49EC-B318-6F75665C6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9782-AD79-4122-802B-AF8DFC5CBD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622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0D049B-B7BD-4505-B29D-78D9C1542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139726-A25A-4316-8813-098169184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DB8146D-10CD-4B55-8388-A67D0E5380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F1E8D7-0D62-4C25-B933-136F0BE72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D75D-4A6A-42A9-B099-EE2ADC96F41E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3D2B4F-2298-4DE1-B460-18F69EABB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D127E3-1B68-4145-95B1-021F1EFAD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9782-AD79-4122-802B-AF8DFC5CBD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369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46EBA5-6E75-43E3-85EA-E2F726AE4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4FB736A-C4FF-447E-A54A-3E389E27FE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EF4AEF-276B-4EB8-B2FB-28061FA8A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DFC336-4EB6-4E5E-8644-558B820E2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D75D-4A6A-42A9-B099-EE2ADC96F41E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1CFAE8-2E0F-45C3-84A0-CED5DB419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601172-E6D9-4529-8FAB-03A2CE620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9782-AD79-4122-802B-AF8DFC5CBD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590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194183-6DE4-41F6-B781-D3B206333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B2AFBE-CA38-48EA-AC11-1B6491FDC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4F2DC8-0BDF-4317-9E56-C8EC377CA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D75D-4A6A-42A9-B099-EE2ADC96F41E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B3D7F9-9CFD-4957-89BE-955F28C09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1C6E50-B3EC-4E65-84D7-2293EC341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9782-AD79-4122-802B-AF8DFC5CBD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552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A1EEDAB-D9E0-477F-AF42-7855DA942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B12652-D51C-4F25-8798-68B1DED19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012690-8E1C-4D4C-9925-C55230A65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D75D-4A6A-42A9-B099-EE2ADC96F41E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28CF86-C81D-4A30-8DC7-5B7AF6B53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354EB-D42E-430E-9F35-FB969720C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9782-AD79-4122-802B-AF8DFC5CBD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84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4CB4BE4-6907-4C42-B00A-DF3F16B81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ADBD1A-25C6-42D0-9280-1256EBC9D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417520-7DEB-4DC4-89CB-33948BBA4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8D75D-4A6A-42A9-B099-EE2ADC96F41E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0B96BB-A53D-4611-9FA1-B26763499E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A0ED31-8362-438E-8773-6CD6F2E841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839782-AD79-4122-802B-AF8DFC5CBD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784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161457-EF69-4B42-9F72-D316AFBBF9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사운드 파트 중간점검 </a:t>
            </a:r>
            <a:r>
              <a:rPr lang="en-US" altLang="ko-KR"/>
              <a:t>(2025-01-05)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B70D222-C112-47F2-A5DE-4AB87BCEA5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137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20484-181E-4E45-B2C1-43D4DFE907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목표 및 범위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88DD82-5AD0-4C64-BBC8-770978F8B8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엔진 코어 수정 없이 </a:t>
            </a:r>
            <a:r>
              <a:rPr lang="en-US" altLang="ko-KR"/>
              <a:t>FMOD </a:t>
            </a:r>
            <a:r>
              <a:rPr lang="ko-KR" altLang="en-US"/>
              <a:t>오디오 컴포넌트 준비</a:t>
            </a:r>
          </a:p>
          <a:p>
            <a:r>
              <a:rPr lang="ko-KR" altLang="en-US"/>
              <a:t>컴포넌트 바인딩 방식으로 위치</a:t>
            </a:r>
            <a:r>
              <a:rPr lang="en-US" altLang="ko-KR"/>
              <a:t>/</a:t>
            </a:r>
            <a:r>
              <a:rPr lang="ko-KR" altLang="en-US"/>
              <a:t>방향 연결</a:t>
            </a:r>
            <a:endParaRPr lang="en-US" altLang="ko-KR"/>
          </a:p>
          <a:p>
            <a:r>
              <a:rPr lang="en-US" altLang="ko-KR"/>
              <a:t>GameApp OnInitialize/OnUpdate</a:t>
            </a:r>
            <a:r>
              <a:rPr lang="ko-KR" altLang="en-US"/>
              <a:t>만으로 통합 가능</a:t>
            </a:r>
          </a:p>
        </p:txBody>
      </p:sp>
    </p:spTree>
    <p:extLst>
      <p:ext uri="{BB962C8B-B14F-4D97-AF65-F5344CB8AC3E}">
        <p14:creationId xmlns:p14="http://schemas.microsoft.com/office/powerpoint/2010/main" val="68451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E7738-33E5-434D-A0D8-F8FFCAA2D6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모듈 구조 </a:t>
            </a:r>
            <a:r>
              <a:rPr lang="en-US" altLang="ko-KR"/>
              <a:t>(</a:t>
            </a:r>
            <a:r>
              <a:rPr lang="ko-KR" altLang="en-US"/>
              <a:t>외부 모듈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422431-EBD5-41F6-874C-4607187A57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루트</a:t>
            </a:r>
            <a:r>
              <a:rPr lang="en-US" altLang="ko-KR"/>
              <a:t>: AudioModule_FMOD</a:t>
            </a:r>
            <a:endParaRPr lang="ko-KR" altLang="en-US"/>
          </a:p>
          <a:p>
            <a:r>
              <a:rPr lang="ko-KR" altLang="en-US"/>
              <a:t>핵심</a:t>
            </a:r>
            <a:r>
              <a:rPr lang="en-US" altLang="ko-KR"/>
              <a:t>: AudioSystem, AudioListener, AudioSource, AudioClip</a:t>
            </a:r>
            <a:endParaRPr lang="ko-KR" altLang="en-US"/>
          </a:p>
          <a:p>
            <a:r>
              <a:rPr lang="ko-KR" altLang="en-US"/>
              <a:t>래퍼</a:t>
            </a:r>
            <a:r>
              <a:rPr lang="en-US" altLang="ko-KR"/>
              <a:t>: AudioListenerComponent, AudioSourceComponent</a:t>
            </a:r>
            <a:endParaRPr lang="ko-KR" altLang="en-US"/>
          </a:p>
          <a:p>
            <a:r>
              <a:rPr lang="ko-KR" altLang="en-US"/>
              <a:t>유틸</a:t>
            </a:r>
            <a:r>
              <a:rPr lang="en-US" altLang="ko-KR"/>
              <a:t>: AudioTransform (XMFLOAT3 </a:t>
            </a:r>
            <a:r>
              <a:rPr lang="ko-KR" altLang="en-US"/>
              <a:t>참조 바인딩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425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8C13E-856C-4B8B-B6BF-C11BBBB54C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오디오 리스너 </a:t>
            </a:r>
            <a:r>
              <a:rPr lang="en-US" altLang="ko-KR"/>
              <a:t>(AudioListener)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B0A9BC-93AB-4C25-9706-C83E02650F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역할</a:t>
            </a:r>
            <a:r>
              <a:rPr lang="en-US" altLang="ko-KR"/>
              <a:t>: 3D </a:t>
            </a:r>
            <a:r>
              <a:rPr lang="ko-KR" altLang="en-US"/>
              <a:t>리스너 위치</a:t>
            </a:r>
            <a:r>
              <a:rPr lang="en-US" altLang="ko-KR"/>
              <a:t>/</a:t>
            </a:r>
            <a:r>
              <a:rPr lang="ko-KR" altLang="en-US"/>
              <a:t>속도</a:t>
            </a:r>
            <a:r>
              <a:rPr lang="en-US" altLang="ko-KR"/>
              <a:t>/</a:t>
            </a:r>
            <a:r>
              <a:rPr lang="ko-KR" altLang="en-US"/>
              <a:t>방향 설정</a:t>
            </a:r>
          </a:p>
          <a:p>
            <a:r>
              <a:rPr lang="ko-KR" altLang="en-US"/>
              <a:t>입력</a:t>
            </a:r>
            <a:r>
              <a:rPr lang="en-US" altLang="ko-KR"/>
              <a:t>: position, velocity, forward, up</a:t>
            </a:r>
            <a:endParaRPr lang="ko-KR" altLang="en-US"/>
          </a:p>
          <a:p>
            <a:r>
              <a:rPr lang="ko-KR" altLang="en-US"/>
              <a:t>매 프레임 소스보다 먼저 업데이트</a:t>
            </a:r>
          </a:p>
        </p:txBody>
      </p:sp>
    </p:spTree>
    <p:extLst>
      <p:ext uri="{BB962C8B-B14F-4D97-AF65-F5344CB8AC3E}">
        <p14:creationId xmlns:p14="http://schemas.microsoft.com/office/powerpoint/2010/main" val="2213931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1C5D87-58F5-4515-854A-7A0DE7534E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오디오 클립 </a:t>
            </a:r>
            <a:r>
              <a:rPr lang="en-US" altLang="ko-KR"/>
              <a:t>(AudioClip)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4713F5B-6C93-47CF-A4EE-599D0616E7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역할</a:t>
            </a:r>
            <a:r>
              <a:rPr lang="en-US" altLang="ko-KR"/>
              <a:t>: FMOD Sound </a:t>
            </a:r>
            <a:r>
              <a:rPr lang="ko-KR" altLang="en-US"/>
              <a:t>로드</a:t>
            </a:r>
            <a:r>
              <a:rPr lang="en-US" altLang="ko-KR"/>
              <a:t>(</a:t>
            </a:r>
            <a:r>
              <a:rPr lang="ko-KR" altLang="en-US"/>
              <a:t>파일 경로</a:t>
            </a:r>
            <a:r>
              <a:rPr lang="en-US" altLang="ko-KR"/>
              <a:t>)</a:t>
            </a:r>
            <a:endParaRPr lang="ko-KR" altLang="en-US"/>
          </a:p>
          <a:p>
            <a:r>
              <a:rPr lang="ko-KR" altLang="en-US"/>
              <a:t>길이</a:t>
            </a:r>
            <a:r>
              <a:rPr lang="en-US" altLang="ko-KR"/>
              <a:t>(</a:t>
            </a:r>
            <a:r>
              <a:rPr lang="ko-KR" altLang="en-US"/>
              <a:t>초</a:t>
            </a:r>
            <a:r>
              <a:rPr lang="en-US" altLang="ko-KR"/>
              <a:t>) </a:t>
            </a:r>
            <a:r>
              <a:rPr lang="ko-KR" altLang="en-US"/>
              <a:t>추적 가능</a:t>
            </a:r>
          </a:p>
          <a:p>
            <a:r>
              <a:rPr lang="ko-KR" altLang="en-US"/>
              <a:t>여러 소스에서 재사용 가능</a:t>
            </a:r>
          </a:p>
        </p:txBody>
      </p:sp>
    </p:spTree>
    <p:extLst>
      <p:ext uri="{BB962C8B-B14F-4D97-AF65-F5344CB8AC3E}">
        <p14:creationId xmlns:p14="http://schemas.microsoft.com/office/powerpoint/2010/main" val="2006591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747937-48F4-4FCB-8138-B11E1A3903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오디오 소스 </a:t>
            </a:r>
            <a:r>
              <a:rPr lang="en-US" altLang="ko-KR"/>
              <a:t>(AudioSource)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E73BD4E-79AE-4940-8C4E-2D57BD382D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역할</a:t>
            </a:r>
            <a:r>
              <a:rPr lang="en-US" altLang="ko-KR"/>
              <a:t>: 2D/3D </a:t>
            </a:r>
            <a:r>
              <a:rPr lang="ko-KR" altLang="en-US"/>
              <a:t>사운드 재생</a:t>
            </a:r>
          </a:p>
          <a:p>
            <a:r>
              <a:rPr lang="ko-KR" altLang="en-US"/>
              <a:t>기능</a:t>
            </a:r>
            <a:r>
              <a:rPr lang="en-US" altLang="ko-KR"/>
              <a:t>: loop, volume, pitch, min/max distance</a:t>
            </a:r>
          </a:p>
          <a:p>
            <a:r>
              <a:rPr lang="en-US" altLang="ko-KR"/>
              <a:t>OneShot, Loop </a:t>
            </a:r>
            <a:r>
              <a:rPr lang="ko-KR" altLang="en-US"/>
              <a:t>재생 지원</a:t>
            </a:r>
          </a:p>
        </p:txBody>
      </p:sp>
    </p:spTree>
    <p:extLst>
      <p:ext uri="{BB962C8B-B14F-4D97-AF65-F5344CB8AC3E}">
        <p14:creationId xmlns:p14="http://schemas.microsoft.com/office/powerpoint/2010/main" val="205608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DB1ED1-EAF5-4F1F-A099-ACA33B3E6E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사용 방법 </a:t>
            </a:r>
            <a:r>
              <a:rPr lang="en-US" altLang="ko-KR"/>
              <a:t>(</a:t>
            </a:r>
            <a:r>
              <a:rPr lang="ko-KR" altLang="en-US"/>
              <a:t>요약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57B93B-B962-443F-8B98-D3209FA6C2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초기화</a:t>
            </a:r>
            <a:r>
              <a:rPr lang="en-US" altLang="ko-KR"/>
              <a:t>: AudioSystem.Init -</a:t>
            </a:r>
            <a:endParaRPr lang="ko-KR" altLang="en-US"/>
          </a:p>
          <a:p>
            <a:r>
              <a:rPr lang="ko-KR" altLang="en-US"/>
              <a:t>리스너</a:t>
            </a:r>
            <a:r>
              <a:rPr lang="en-US" altLang="ko-KR"/>
              <a:t>: </a:t>
            </a:r>
            <a:r>
              <a:rPr lang="ko-KR" altLang="en-US"/>
              <a:t>카메라 </a:t>
            </a:r>
            <a:r>
              <a:rPr lang="en-US" altLang="ko-KR"/>
              <a:t>XMFLOAT3 </a:t>
            </a:r>
            <a:r>
              <a:rPr lang="ko-KR" altLang="en-US"/>
              <a:t>바인딩 </a:t>
            </a:r>
            <a:r>
              <a:rPr lang="en-US" altLang="ko-KR"/>
              <a:t>-</a:t>
            </a:r>
            <a:endParaRPr lang="ko-KR" altLang="en-US"/>
          </a:p>
          <a:p>
            <a:r>
              <a:rPr lang="ko-KR" altLang="en-US"/>
              <a:t>소스</a:t>
            </a:r>
            <a:r>
              <a:rPr lang="en-US" altLang="ko-KR"/>
              <a:t>: </a:t>
            </a:r>
            <a:r>
              <a:rPr lang="ko-KR" altLang="en-US"/>
              <a:t>오브젝트 </a:t>
            </a:r>
            <a:r>
              <a:rPr lang="en-US" altLang="ko-KR"/>
              <a:t>XMFLOAT3 </a:t>
            </a:r>
            <a:r>
              <a:rPr lang="ko-KR" altLang="en-US"/>
              <a:t>바인딩 </a:t>
            </a:r>
            <a:r>
              <a:rPr lang="en-US" altLang="ko-KR"/>
              <a:t>-</a:t>
            </a:r>
            <a:endParaRPr lang="ko-KR" altLang="en-US"/>
          </a:p>
          <a:p>
            <a:r>
              <a:rPr lang="ko-KR" altLang="en-US"/>
              <a:t>매 프레임</a:t>
            </a:r>
            <a:r>
              <a:rPr lang="en-US" altLang="ko-KR"/>
              <a:t>: AudioSystem.Update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927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E38C0-F061-403B-ADED-19279046E4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데모 계획 </a:t>
            </a:r>
            <a:r>
              <a:rPr lang="en-US" altLang="ko-KR"/>
              <a:t>(1/5)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F51BFC-5055-401E-B4E6-B74385EA3D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오브젝트 위치에서 </a:t>
            </a:r>
            <a:r>
              <a:rPr lang="en-US" altLang="ko-KR"/>
              <a:t>3D </a:t>
            </a:r>
            <a:r>
              <a:rPr lang="ko-KR" altLang="en-US"/>
              <a:t>루프 재생</a:t>
            </a:r>
          </a:p>
          <a:p>
            <a:r>
              <a:rPr lang="ko-KR" altLang="en-US"/>
              <a:t>카메라 이동으로 거리 감쇠 확인</a:t>
            </a:r>
          </a:p>
          <a:p>
            <a:r>
              <a:rPr lang="ko-KR" altLang="en-US"/>
              <a:t>원샷 재생으로 공간감 확인</a:t>
            </a:r>
          </a:p>
          <a:p>
            <a:r>
              <a:rPr lang="ko-KR" altLang="en-US"/>
              <a:t>루프</a:t>
            </a:r>
            <a:r>
              <a:rPr lang="en-US" altLang="ko-KR"/>
              <a:t>/</a:t>
            </a:r>
            <a:r>
              <a:rPr lang="ko-KR" altLang="en-US"/>
              <a:t>볼륨</a:t>
            </a:r>
            <a:r>
              <a:rPr lang="en-US" altLang="ko-KR"/>
              <a:t>/</a:t>
            </a:r>
            <a:r>
              <a:rPr lang="ko-KR" altLang="en-US"/>
              <a:t>피치 실시간 조정</a:t>
            </a:r>
          </a:p>
        </p:txBody>
      </p:sp>
    </p:spTree>
    <p:extLst>
      <p:ext uri="{BB962C8B-B14F-4D97-AF65-F5344CB8AC3E}">
        <p14:creationId xmlns:p14="http://schemas.microsoft.com/office/powerpoint/2010/main" val="2953609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6E4BEF-5A43-45E1-91F5-53D588E2A5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팀 보고 요약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6776078-71EB-4A0B-A39D-71EDCA2D89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ko-KR" altLang="en-US"/>
              <a:t>엔진 코어 수정 없이 외부 </a:t>
            </a:r>
            <a:r>
              <a:rPr lang="en-US" altLang="ko-KR"/>
              <a:t>FMOD </a:t>
            </a:r>
            <a:r>
              <a:rPr lang="ko-KR" altLang="en-US"/>
              <a:t>모듈로 구성</a:t>
            </a:r>
          </a:p>
          <a:p>
            <a:r>
              <a:rPr lang="ko-KR" altLang="en-US"/>
              <a:t>컴포넌트 래퍼 제공</a:t>
            </a:r>
            <a:r>
              <a:rPr lang="en-US" altLang="ko-KR"/>
              <a:t>, </a:t>
            </a:r>
            <a:r>
              <a:rPr lang="ko-KR" altLang="en-US"/>
              <a:t>바인딩만으로 위치</a:t>
            </a:r>
            <a:r>
              <a:rPr lang="en-US" altLang="ko-KR"/>
              <a:t>/</a:t>
            </a:r>
            <a:r>
              <a:rPr lang="ko-KR" altLang="en-US"/>
              <a:t>방향 갱신</a:t>
            </a:r>
          </a:p>
          <a:p>
            <a:r>
              <a:rPr lang="en-US" altLang="ko-KR"/>
              <a:t>GameApp </a:t>
            </a:r>
            <a:r>
              <a:rPr lang="ko-KR" altLang="en-US"/>
              <a:t>초기화</a:t>
            </a:r>
            <a:r>
              <a:rPr lang="en-US" altLang="ko-KR"/>
              <a:t>/</a:t>
            </a:r>
            <a:r>
              <a:rPr lang="ko-KR" altLang="en-US"/>
              <a:t>업데이트만 추가하면 통합 가능</a:t>
            </a:r>
          </a:p>
          <a:p>
            <a:r>
              <a:rPr lang="ko-KR" altLang="en-US"/>
              <a:t>오디오 모듈화 완료</a:t>
            </a:r>
            <a:r>
              <a:rPr lang="en-US" altLang="ko-KR"/>
              <a:t>, FMOD </a:t>
            </a:r>
            <a:r>
              <a:rPr lang="ko-KR" altLang="en-US"/>
              <a:t>세팅</a:t>
            </a:r>
            <a:r>
              <a:rPr lang="en-US" altLang="ko-KR"/>
              <a:t>/</a:t>
            </a:r>
            <a:r>
              <a:rPr lang="ko-KR" altLang="en-US"/>
              <a:t>사용법 문서화</a:t>
            </a:r>
          </a:p>
          <a:p>
            <a:r>
              <a:rPr lang="ko-KR" altLang="en-US"/>
              <a:t>엔진 통합 시 최소 코드만 추가</a:t>
            </a:r>
          </a:p>
          <a:p>
            <a:r>
              <a:rPr lang="ko-KR" altLang="en-US"/>
              <a:t>팀 일정 영향 최소화</a:t>
            </a:r>
          </a:p>
          <a:p>
            <a:r>
              <a:rPr lang="ko-KR" altLang="en-US"/>
              <a:t>엔진 구조 변경 없이 사용 가능</a:t>
            </a:r>
          </a:p>
          <a:p>
            <a:r>
              <a:rPr lang="ko-KR" altLang="en-US"/>
              <a:t>위치</a:t>
            </a:r>
            <a:r>
              <a:rPr lang="en-US" altLang="ko-KR"/>
              <a:t>/</a:t>
            </a:r>
            <a:r>
              <a:rPr lang="ko-KR" altLang="en-US"/>
              <a:t>속도만 전달하면 </a:t>
            </a:r>
            <a:r>
              <a:rPr lang="en-US" altLang="ko-KR"/>
              <a:t>3D </a:t>
            </a:r>
            <a:r>
              <a:rPr lang="ko-KR" altLang="en-US"/>
              <a:t>사운드 연동 가능</a:t>
            </a:r>
          </a:p>
          <a:p>
            <a:r>
              <a:rPr lang="ko-KR" altLang="en-US"/>
              <a:t>애니</a:t>
            </a:r>
            <a:r>
              <a:rPr lang="en-US" altLang="ko-KR"/>
              <a:t>/</a:t>
            </a:r>
            <a:r>
              <a:rPr lang="ko-KR" altLang="en-US"/>
              <a:t>물리와 충돌 없음</a:t>
            </a:r>
          </a:p>
        </p:txBody>
      </p:sp>
    </p:spTree>
    <p:extLst>
      <p:ext uri="{BB962C8B-B14F-4D97-AF65-F5344CB8AC3E}">
        <p14:creationId xmlns:p14="http://schemas.microsoft.com/office/powerpoint/2010/main" val="1057877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705D44-A37F-4BC6-85C9-A6AC81FFD3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9. 2025</a:t>
            </a:r>
            <a:r>
              <a:rPr lang="ko-KR" altLang="en-US"/>
              <a:t>년 목표 </a:t>
            </a:r>
            <a:r>
              <a:rPr lang="en-US" altLang="ko-KR"/>
              <a:t>(</a:t>
            </a:r>
            <a:r>
              <a:rPr lang="ko-KR" altLang="en-US"/>
              <a:t>팀 공용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124744-49BD-426B-A3C1-3E2BA02E66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성호</a:t>
            </a:r>
            <a:r>
              <a:rPr lang="en-US" altLang="ko-KR"/>
              <a:t>: </a:t>
            </a:r>
            <a:r>
              <a:rPr lang="ko-KR" altLang="en-US"/>
              <a:t>엔진 코어 완료 </a:t>
            </a:r>
            <a:r>
              <a:rPr lang="en-US" altLang="ko-KR"/>
              <a:t>(</a:t>
            </a:r>
            <a:r>
              <a:rPr lang="ko-KR" altLang="en-US"/>
              <a:t>게임오브젝트</a:t>
            </a:r>
            <a:r>
              <a:rPr lang="en-US" altLang="ko-KR"/>
              <a:t>+</a:t>
            </a:r>
            <a:r>
              <a:rPr lang="ko-KR" altLang="en-US"/>
              <a:t>컴포넌트</a:t>
            </a:r>
            <a:r>
              <a:rPr lang="en-US" altLang="ko-KR"/>
              <a:t>, </a:t>
            </a:r>
            <a:r>
              <a:rPr lang="ko-KR" altLang="en-US"/>
              <a:t>렌더러 정리</a:t>
            </a:r>
            <a:r>
              <a:rPr lang="en-US" altLang="ko-KR"/>
              <a:t>, </a:t>
            </a:r>
            <a:r>
              <a:rPr lang="ko-KR" altLang="en-US"/>
              <a:t>모델 출력</a:t>
            </a:r>
            <a:r>
              <a:rPr lang="en-US" altLang="ko-KR"/>
              <a:t>)</a:t>
            </a:r>
            <a:endParaRPr lang="ko-KR" altLang="en-US"/>
          </a:p>
          <a:p>
            <a:r>
              <a:rPr lang="ko-KR" altLang="en-US"/>
              <a:t>우정</a:t>
            </a:r>
            <a:r>
              <a:rPr lang="en-US" altLang="ko-KR"/>
              <a:t>: </a:t>
            </a:r>
            <a:r>
              <a:rPr lang="ko-KR" altLang="en-US"/>
              <a:t>포스트 프로세싱 완료</a:t>
            </a:r>
            <a:r>
              <a:rPr lang="en-US" altLang="ko-KR"/>
              <a:t>, </a:t>
            </a:r>
            <a:r>
              <a:rPr lang="ko-KR" altLang="en-US"/>
              <a:t>포인트 라이트 완료</a:t>
            </a:r>
          </a:p>
          <a:p>
            <a:r>
              <a:rPr lang="ko-KR" altLang="en-US"/>
              <a:t>선민</a:t>
            </a:r>
            <a:r>
              <a:rPr lang="en-US" altLang="ko-KR"/>
              <a:t>: </a:t>
            </a:r>
            <a:r>
              <a:rPr lang="ko-KR" altLang="en-US"/>
              <a:t>애니메이션 </a:t>
            </a:r>
            <a:r>
              <a:rPr lang="en-US" altLang="ko-KR"/>
              <a:t>FSM, </a:t>
            </a:r>
            <a:r>
              <a:rPr lang="ko-KR" altLang="en-US"/>
              <a:t>클립 전환 보간</a:t>
            </a:r>
          </a:p>
          <a:p>
            <a:r>
              <a:rPr lang="ko-KR" altLang="en-US"/>
              <a:t>아론</a:t>
            </a:r>
            <a:r>
              <a:rPr lang="en-US" altLang="ko-KR"/>
              <a:t>: </a:t>
            </a:r>
            <a:r>
              <a:rPr lang="ko-KR" altLang="en-US"/>
              <a:t>사운드 </a:t>
            </a:r>
            <a:r>
              <a:rPr lang="en-US" altLang="ko-KR"/>
              <a:t>(AudioListener, AudioSource, AudioClip)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664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5789AF-97E9-4824-A12A-F150DB4412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10. 2026</a:t>
            </a:r>
            <a:r>
              <a:rPr lang="ko-KR" altLang="en-US"/>
              <a:t>년 목표 </a:t>
            </a:r>
            <a:r>
              <a:rPr lang="en-US" altLang="ko-KR"/>
              <a:t>(</a:t>
            </a:r>
            <a:r>
              <a:rPr lang="ko-KR" altLang="en-US"/>
              <a:t>팀 공용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4E8419-9C24-405A-892A-409B8ABB1D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성호</a:t>
            </a:r>
            <a:r>
              <a:rPr lang="en-US" altLang="ko-KR"/>
              <a:t>: </a:t>
            </a:r>
            <a:r>
              <a:rPr lang="ko-KR" altLang="en-US"/>
              <a:t>배치 툴 완료 </a:t>
            </a:r>
            <a:r>
              <a:rPr lang="en-US" altLang="ko-KR"/>
              <a:t>(</a:t>
            </a:r>
            <a:r>
              <a:rPr lang="ko-KR" altLang="en-US"/>
              <a:t>스냅핑 포함</a:t>
            </a:r>
            <a:r>
              <a:rPr lang="en-US" altLang="ko-KR"/>
              <a:t>)</a:t>
            </a:r>
            <a:endParaRPr lang="ko-KR" altLang="en-US"/>
          </a:p>
          <a:p>
            <a:r>
              <a:rPr lang="ko-KR" altLang="en-US"/>
              <a:t>우정</a:t>
            </a:r>
            <a:r>
              <a:rPr lang="en-US" altLang="ko-KR"/>
              <a:t>: </a:t>
            </a:r>
            <a:r>
              <a:rPr lang="ko-KR" altLang="en-US"/>
              <a:t>이펙트 완료</a:t>
            </a:r>
          </a:p>
          <a:p>
            <a:r>
              <a:rPr lang="ko-KR" altLang="en-US"/>
              <a:t>선민</a:t>
            </a:r>
            <a:r>
              <a:rPr lang="en-US" altLang="ko-KR"/>
              <a:t>: </a:t>
            </a:r>
            <a:r>
              <a:rPr lang="ko-KR" altLang="en-US"/>
              <a:t>물리 완료</a:t>
            </a:r>
          </a:p>
          <a:p>
            <a:r>
              <a:rPr lang="ko-KR" altLang="en-US"/>
              <a:t>아론</a:t>
            </a:r>
            <a:r>
              <a:rPr lang="en-US" altLang="ko-KR"/>
              <a:t>: </a:t>
            </a:r>
            <a:r>
              <a:rPr lang="ko-KR" altLang="en-US"/>
              <a:t>엔진 구조 익히기 </a:t>
            </a:r>
            <a:r>
              <a:rPr lang="en-US" altLang="ko-KR"/>
              <a:t>(</a:t>
            </a:r>
            <a:r>
              <a:rPr lang="ko-KR" altLang="en-US"/>
              <a:t>클레릭 카토스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2342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</Words>
  <Application>Microsoft Office PowerPoint</Application>
  <PresentationFormat>와이드스크린</PresentationFormat>
  <Paragraphs>52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사운드 파트 중간점검 (2025-01-05)</vt:lpstr>
      <vt:lpstr>1. 목표 및 범위</vt:lpstr>
      <vt:lpstr>2. 모듈 구조 (외부 모듈)</vt:lpstr>
      <vt:lpstr>3. 오디오 리스너 (AudioListener)</vt:lpstr>
      <vt:lpstr>4. 오디오 클립 (AudioClip)</vt:lpstr>
      <vt:lpstr>5. 오디오 소스 (AudioSource)</vt:lpstr>
      <vt:lpstr>6. 사용 방법 (요약)</vt:lpstr>
      <vt:lpstr>7. 데모 계획 (1/5)</vt:lpstr>
      <vt:lpstr>8. 팀 보고 요약</vt:lpstr>
      <vt:lpstr>9. 2025년 목표 (팀 공용)</vt:lpstr>
      <vt:lpstr>10. 2026년 목표 (팀 공용)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사운드 파트 중간점검 (2025-01-05)</dc:title>
  <dc:creator>User</dc:creator>
  <cp:lastModifiedBy>User</cp:lastModifiedBy>
  <cp:revision>1</cp:revision>
  <dcterms:created xsi:type="dcterms:W3CDTF">2025-12-31T07:03:35Z</dcterms:created>
  <dcterms:modified xsi:type="dcterms:W3CDTF">2025-12-31T07:03:35Z</dcterms:modified>
</cp:coreProperties>
</file>